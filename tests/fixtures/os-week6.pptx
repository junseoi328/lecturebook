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시험에 자주 나옴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시험에 자주 나옴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6주차 동기화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임계 구역(critical section) 문제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세마포어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wait와 signal 연산으로 상호 배제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